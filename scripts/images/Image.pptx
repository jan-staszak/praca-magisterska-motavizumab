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AB797C-3FBC-483F-BEBE-F4873A6A1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BBC5D15-8E59-460D-9946-FE3352C20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529D0A3-C8E0-4C7A-962B-6FB0B56D4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9E14-0978-4369-9F71-0399DE1473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46BACD-271E-4101-B6FF-26A9D17A0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36F68AE-37B2-4AD1-8BEC-5D53B02F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F9064-E0CE-4718-B69D-795419BF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6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F81236-152F-491A-ACC7-FEC8CEC6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B943D33-689E-4AAF-B65B-09A7C8185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8D97BE2-6780-4D68-9472-B0BD66BDD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9E14-0978-4369-9F71-0399DE1473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417B1D4-03F5-4E44-9EF2-7B87A3A57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15AB6C0-2CA3-4DCC-A2CB-899146B7E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F9064-E0CE-4718-B69D-795419BF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7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B12E7B-1A7B-42D6-9DA9-D939ECA5E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6F9E902-BEBD-4936-8830-5F4479B7C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0B2F733-981F-4E47-8A9D-B45E971D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9E14-0978-4369-9F71-0399DE1473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DE7E504-6FDA-4ECB-A0D3-FC070D51F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09673FD-F8C7-4CEA-82F7-E68B125E8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F9064-E0CE-4718-B69D-795419BF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44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6B2777A-6C30-422D-8BB6-19EF300A8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538E2A0-5B70-44E4-96AD-F4ABCAE4AC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6BA6100-6477-4196-9741-69D80976C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50784B5-0360-44FF-AB2D-2F809C820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9E14-0978-4369-9F71-0399DE1473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298F7BE-79BF-4DF1-90CD-9FD15304B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87AB141-95DA-4F34-8B52-145E3C5D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F9064-E0CE-4718-B69D-795419BF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982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1CBE74-6A26-48D4-BD81-29B6AE91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2A3534E-0785-4EB0-80BD-7C1BA07B2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EE88FDD-7EDB-46F6-97E5-BE82B2757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C9A5FF6A-74F5-45AD-A175-0911DE4148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599CC7D-B49D-477F-975A-D7123A11D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831B275F-B572-4A02-A92E-E44A58E5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9E14-0978-4369-9F71-0399DE1473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0F75CBAF-5C29-4733-A511-650FE7B2C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74DF9FCE-967A-4688-A00E-38289B5D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F9064-E0CE-4718-B69D-795419BF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18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9B36C7-F5E7-450E-BD70-DABA3B85E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6896B5A3-5E64-4813-BF1E-626D62C97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9E14-0978-4369-9F71-0399DE1473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C480870-6247-4973-A72E-63142214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1CC9D97-CE8F-4362-A12E-B3A3A3BFA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F9064-E0CE-4718-B69D-795419BF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13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3110D050-B21F-4B04-9FD2-E9DD6AEDA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9E14-0978-4369-9F71-0399DE1473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608ECDED-639E-4992-A396-84288C9C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4FCCBAA-0D32-4306-9A66-6330B0F53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F9064-E0CE-4718-B69D-795419BF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2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FF3FCA-6C38-4CF5-8DF3-8E84E6877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8CBBCD-E8B6-4604-96F2-55F393B34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8A482B37-8092-4C65-A82E-A8FDC9A06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07A85C4-165D-42FC-9C44-A7DEB4E9D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9E14-0978-4369-9F71-0399DE1473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6DEB258-A00C-4E26-BF7C-D81F5D6C0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3BFCC1F-C275-44A8-BED7-21F068F7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F9064-E0CE-4718-B69D-795419BF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15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E5D21D-65B8-45E8-B828-14779494A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BF7EF87-40F6-4061-AFCD-6DB1FCC490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BB0555B-1EC2-4096-B5FF-7F993DD26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E17969E-E1A3-4DB1-96F6-DBE54CE76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9E14-0978-4369-9F71-0399DE1473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954FB55-58A8-402D-9A08-B33CB08D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5298FFA-889C-46BF-9D82-E15C7007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F9064-E0CE-4718-B69D-795419BF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0851B9-E38E-4680-8283-329873F70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B9E01E7-8C20-4D45-9D46-D77F5BD49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2E885BC-9F7F-4D6E-8D6F-1DA804BDD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9E14-0978-4369-9F71-0399DE1473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0B49A8F-BB7D-4397-998C-7D6546265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F0C1A7-2242-4501-B280-9EF2EC7E3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F9064-E0CE-4718-B69D-795419BF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79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E98BFD5-DE6C-42FC-A59E-7E6961AA14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A9B6772-75FF-4C86-A95A-5C27016A4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E258AE9-1E6D-4D91-8D0C-A257B5571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9E14-0978-4369-9F71-0399DE1473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6390E1F-0D21-4F71-8DD2-23745854F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C20E395-E97A-45EF-A443-B47DE1AD6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F9064-E0CE-4718-B69D-795419BF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37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002C401B-4DC6-42AE-B2E2-39C29843E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BF0C1A2-4C72-493B-8C2C-BAE78E46F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5D573CC-9975-4484-9E96-A97D1548AE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E9E14-0978-4369-9F71-0399DE1473B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A0A3B1A-631A-43A5-A2AE-4111E48C5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14BF4F1-E76D-4D56-A355-2863F153B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F9064-E0CE-4718-B69D-795419BF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7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>
            <a:extLst>
              <a:ext uri="{FF2B5EF4-FFF2-40B4-BE49-F238E27FC236}">
                <a16:creationId xmlns:a16="http://schemas.microsoft.com/office/drawing/2014/main" id="{A0BF5F07-8073-403D-AEA1-32D0028585E9}"/>
              </a:ext>
            </a:extLst>
          </p:cNvPr>
          <p:cNvSpPr/>
          <p:nvPr/>
        </p:nvSpPr>
        <p:spPr>
          <a:xfrm>
            <a:off x="5486400" y="762000"/>
            <a:ext cx="1693492" cy="5652243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wal 3">
            <a:extLst>
              <a:ext uri="{FF2B5EF4-FFF2-40B4-BE49-F238E27FC236}">
                <a16:creationId xmlns:a16="http://schemas.microsoft.com/office/drawing/2014/main" id="{08AEFD8F-6244-46A4-83AE-E7F6C589B379}"/>
              </a:ext>
            </a:extLst>
          </p:cNvPr>
          <p:cNvSpPr/>
          <p:nvPr/>
        </p:nvSpPr>
        <p:spPr>
          <a:xfrm>
            <a:off x="2895600" y="950259"/>
            <a:ext cx="1658471" cy="14253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r>
              <a:rPr lang="en-US" baseline="-25000" dirty="0"/>
              <a:t>1</a:t>
            </a:r>
            <a:r>
              <a:rPr lang="en-US" dirty="0"/>
              <a:t>, C</a:t>
            </a:r>
            <a:r>
              <a:rPr lang="en-US" baseline="-25000" dirty="0"/>
              <a:t>1</a:t>
            </a:r>
          </a:p>
        </p:txBody>
      </p:sp>
      <p:sp>
        <p:nvSpPr>
          <p:cNvPr id="5" name="Owal 4">
            <a:extLst>
              <a:ext uri="{FF2B5EF4-FFF2-40B4-BE49-F238E27FC236}">
                <a16:creationId xmlns:a16="http://schemas.microsoft.com/office/drawing/2014/main" id="{EB5A1026-013D-4E84-B6E1-E793C8C2A432}"/>
              </a:ext>
            </a:extLst>
          </p:cNvPr>
          <p:cNvSpPr/>
          <p:nvPr/>
        </p:nvSpPr>
        <p:spPr>
          <a:xfrm>
            <a:off x="5496791" y="878542"/>
            <a:ext cx="1658471" cy="14253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r>
              <a:rPr lang="en-US" baseline="-25000" dirty="0"/>
              <a:t>2</a:t>
            </a:r>
            <a:r>
              <a:rPr lang="en-US" dirty="0"/>
              <a:t>, C</a:t>
            </a:r>
            <a:r>
              <a:rPr lang="en-US" baseline="-25000" dirty="0"/>
              <a:t>2</a:t>
            </a:r>
          </a:p>
        </p:txBody>
      </p:sp>
      <p:sp>
        <p:nvSpPr>
          <p:cNvPr id="6" name="Owal 5">
            <a:extLst>
              <a:ext uri="{FF2B5EF4-FFF2-40B4-BE49-F238E27FC236}">
                <a16:creationId xmlns:a16="http://schemas.microsoft.com/office/drawing/2014/main" id="{4FC5895C-FDAC-4CAF-8050-B8A187AD08EC}"/>
              </a:ext>
            </a:extLst>
          </p:cNvPr>
          <p:cNvSpPr/>
          <p:nvPr/>
        </p:nvSpPr>
        <p:spPr>
          <a:xfrm>
            <a:off x="5486400" y="2857501"/>
            <a:ext cx="1658471" cy="14253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r>
              <a:rPr lang="en-US" baseline="-25000" dirty="0"/>
              <a:t>2</a:t>
            </a:r>
            <a:r>
              <a:rPr lang="en-US" dirty="0"/>
              <a:t>, R</a:t>
            </a:r>
            <a:endParaRPr lang="en-US" baseline="-25000" dirty="0"/>
          </a:p>
        </p:txBody>
      </p:sp>
      <p:sp>
        <p:nvSpPr>
          <p:cNvPr id="7" name="Owal 6">
            <a:extLst>
              <a:ext uri="{FF2B5EF4-FFF2-40B4-BE49-F238E27FC236}">
                <a16:creationId xmlns:a16="http://schemas.microsoft.com/office/drawing/2014/main" id="{BC99F6E7-5AE9-44E7-AB4A-AB61F2CEAD65}"/>
              </a:ext>
            </a:extLst>
          </p:cNvPr>
          <p:cNvSpPr/>
          <p:nvPr/>
        </p:nvSpPr>
        <p:spPr>
          <a:xfrm>
            <a:off x="5496791" y="4894730"/>
            <a:ext cx="1658471" cy="14253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r>
              <a:rPr lang="en-US" baseline="-25000" dirty="0"/>
              <a:t>2</a:t>
            </a:r>
            <a:r>
              <a:rPr lang="en-US" dirty="0"/>
              <a:t>,RC</a:t>
            </a:r>
          </a:p>
        </p:txBody>
      </p:sp>
      <p:cxnSp>
        <p:nvCxnSpPr>
          <p:cNvPr id="9" name="Łącznik: łamany 8">
            <a:extLst>
              <a:ext uri="{FF2B5EF4-FFF2-40B4-BE49-F238E27FC236}">
                <a16:creationId xmlns:a16="http://schemas.microsoft.com/office/drawing/2014/main" id="{32F393B0-7A56-46C3-BCD0-39B4E7B72264}"/>
              </a:ext>
            </a:extLst>
          </p:cNvPr>
          <p:cNvCxnSpPr/>
          <p:nvPr/>
        </p:nvCxnSpPr>
        <p:spPr>
          <a:xfrm>
            <a:off x="2501153" y="950259"/>
            <a:ext cx="770965" cy="3316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0350F11-A7A2-4E4D-B4B4-B4476C22A1BF}"/>
              </a:ext>
            </a:extLst>
          </p:cNvPr>
          <p:cNvSpPr txBox="1"/>
          <p:nvPr/>
        </p:nvSpPr>
        <p:spPr>
          <a:xfrm>
            <a:off x="2411503" y="652647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Dose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DE400418-DF58-4C2E-85C3-F63B630C6BC6}"/>
              </a:ext>
            </a:extLst>
          </p:cNvPr>
          <p:cNvCxnSpPr>
            <a:stCxn id="4" idx="6"/>
          </p:cNvCxnSpPr>
          <p:nvPr/>
        </p:nvCxnSpPr>
        <p:spPr>
          <a:xfrm>
            <a:off x="4554071" y="1662953"/>
            <a:ext cx="9323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BC803056-479E-441E-9AB8-35F3CA222F64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724835" y="5607424"/>
            <a:ext cx="17719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FB8ED881-350E-422A-84B9-37E38836B0DD}"/>
              </a:ext>
            </a:extLst>
          </p:cNvPr>
          <p:cNvCxnSpPr>
            <a:cxnSpLocks/>
            <a:endCxn id="4" idx="4"/>
          </p:cNvCxnSpPr>
          <p:nvPr/>
        </p:nvCxnSpPr>
        <p:spPr>
          <a:xfrm flipV="1">
            <a:off x="3724836" y="2375647"/>
            <a:ext cx="0" cy="3231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10ECB27F-753E-4E11-9037-20D6CC98E44D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3724835" y="3570195"/>
            <a:ext cx="1761565" cy="17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E74371F8-AFDB-4AF0-BB16-F7E35C353A9A}"/>
              </a:ext>
            </a:extLst>
          </p:cNvPr>
          <p:cNvSpPr txBox="1"/>
          <p:nvPr/>
        </p:nvSpPr>
        <p:spPr>
          <a:xfrm>
            <a:off x="6165594" y="241061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7C460E76-9AED-42D3-A235-C1055115B4D2}"/>
              </a:ext>
            </a:extLst>
          </p:cNvPr>
          <p:cNvCxnSpPr/>
          <p:nvPr/>
        </p:nvCxnSpPr>
        <p:spPr>
          <a:xfrm>
            <a:off x="6162741" y="4312024"/>
            <a:ext cx="0" cy="582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8D57B395-E56A-4061-9E63-4C92CE507BC3}"/>
              </a:ext>
            </a:extLst>
          </p:cNvPr>
          <p:cNvCxnSpPr/>
          <p:nvPr/>
        </p:nvCxnSpPr>
        <p:spPr>
          <a:xfrm flipV="1">
            <a:off x="6376758" y="4282889"/>
            <a:ext cx="0" cy="582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30A5E5CE-4419-438A-841E-25249E54EAE4}"/>
              </a:ext>
            </a:extLst>
          </p:cNvPr>
          <p:cNvSpPr txBox="1"/>
          <p:nvPr/>
        </p:nvSpPr>
        <p:spPr>
          <a:xfrm>
            <a:off x="6502276" y="4399431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K</a:t>
            </a:r>
            <a:r>
              <a:rPr lang="en-US" i="1" baseline="-25000" dirty="0"/>
              <a:t>D</a:t>
            </a:r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3F2F5B5E-2E77-4782-A18D-1C14C36FA63C}"/>
              </a:ext>
            </a:extLst>
          </p:cNvPr>
          <p:cNvSpPr txBox="1"/>
          <p:nvPr/>
        </p:nvSpPr>
        <p:spPr>
          <a:xfrm>
            <a:off x="4276976" y="5243926"/>
            <a:ext cx="482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k</a:t>
            </a:r>
            <a:r>
              <a:rPr lang="en-US" i="1" baseline="-25000" dirty="0" err="1"/>
              <a:t>rec</a:t>
            </a:r>
            <a:endParaRPr lang="en-US" i="1" baseline="-25000" dirty="0"/>
          </a:p>
        </p:txBody>
      </p: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22B6DFE7-4845-457F-83B2-454C1426EE0D}"/>
              </a:ext>
            </a:extLst>
          </p:cNvPr>
          <p:cNvSpPr txBox="1"/>
          <p:nvPr/>
        </p:nvSpPr>
        <p:spPr>
          <a:xfrm>
            <a:off x="4683151" y="126270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k</a:t>
            </a:r>
            <a:r>
              <a:rPr lang="en-US" i="1" baseline="-25000" dirty="0"/>
              <a:t>12</a:t>
            </a:r>
          </a:p>
        </p:txBody>
      </p:sp>
      <p:cxnSp>
        <p:nvCxnSpPr>
          <p:cNvPr id="30" name="Łącznik prosty ze strzałką 29">
            <a:extLst>
              <a:ext uri="{FF2B5EF4-FFF2-40B4-BE49-F238E27FC236}">
                <a16:creationId xmlns:a16="http://schemas.microsoft.com/office/drawing/2014/main" id="{18380397-6B29-4851-85E8-FEEFFBFDD66F}"/>
              </a:ext>
            </a:extLst>
          </p:cNvPr>
          <p:cNvCxnSpPr/>
          <p:nvPr/>
        </p:nvCxnSpPr>
        <p:spPr>
          <a:xfrm>
            <a:off x="7144871" y="1632040"/>
            <a:ext cx="9323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ole tekstowe 30">
            <a:extLst>
              <a:ext uri="{FF2B5EF4-FFF2-40B4-BE49-F238E27FC236}">
                <a16:creationId xmlns:a16="http://schemas.microsoft.com/office/drawing/2014/main" id="{1366F248-AD59-42D5-ADC4-363EC5F089B8}"/>
              </a:ext>
            </a:extLst>
          </p:cNvPr>
          <p:cNvSpPr txBox="1"/>
          <p:nvPr/>
        </p:nvSpPr>
        <p:spPr>
          <a:xfrm>
            <a:off x="7273951" y="1231795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k</a:t>
            </a:r>
            <a:r>
              <a:rPr lang="en-US" i="1" baseline="-25000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8665590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</Words>
  <Application>Microsoft Office PowerPoint</Application>
  <PresentationFormat>Panoramiczny</PresentationFormat>
  <Paragraphs>10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Motyw pakietu Office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Pawel Wiczling</dc:creator>
  <cp:lastModifiedBy>Pawel Wiczling</cp:lastModifiedBy>
  <cp:revision>3</cp:revision>
  <dcterms:created xsi:type="dcterms:W3CDTF">2026-04-10T06:20:59Z</dcterms:created>
  <dcterms:modified xsi:type="dcterms:W3CDTF">2026-04-10T06:49:15Z</dcterms:modified>
</cp:coreProperties>
</file>